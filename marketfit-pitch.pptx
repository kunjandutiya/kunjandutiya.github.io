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MarketFit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Know the market. Prove your skills. Build what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01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0584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6D8E6"/>
                </a:solidFill>
                <a:latin typeface="Aptos"/>
              </a:defRPr>
            </a:pPr>
            <a:r>
              <a:t>LIVE JOB INTELLIGENCE  ×  GITHUB EVIDENCE  ×  AI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10744200" cy="150876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547872"/>
            <a:ext cx="98755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From “Am I qualified?” to “Here’s exactly what I should build next.”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06440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Hackathon concept  •  AI-powered career 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Students can see job postings—but not a clear path from their current skills to employer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30175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523744"/>
            <a:ext cx="64008" cy="411480"/>
          </a:xfrm>
          <a:prstGeom prst="rect">
            <a:avLst/>
          </a:prstGeom>
          <a:solidFill>
            <a:srgbClr val="FF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487168"/>
            <a:ext cx="2926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Fragmented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29718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Requirements are scattered across dozens of job descriptions.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286000"/>
            <a:ext cx="3520440" cy="30175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7136" y="2523744"/>
            <a:ext cx="64008" cy="41148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2487168"/>
            <a:ext cx="2926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Invisible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118104"/>
            <a:ext cx="29718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A resume or GitHub profile does not clearly reveal missing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286000"/>
            <a:ext cx="3520440" cy="30175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2523744"/>
            <a:ext cx="64008" cy="411480"/>
          </a:xfrm>
          <a:prstGeom prst="rect">
            <a:avLst/>
          </a:prstGeom>
          <a:solidFill>
            <a:srgbClr val="52D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87168"/>
            <a:ext cx="2926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Generic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18104"/>
            <a:ext cx="29718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Most learning plans are not tied to current roles or tangible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One input. One actionable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MarketFit turns real market signals and existing project evidence into a focused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383280" cy="329184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86584"/>
            <a:ext cx="64008" cy="41148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35000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01  Choose a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28346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Enter “Data Engineer,” “ML Engineer,” or another target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83280" cy="329184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86584"/>
            <a:ext cx="64008" cy="411480"/>
          </a:xfrm>
          <a:prstGeom prst="rect">
            <a:avLst/>
          </a:prstGeom>
          <a:solidFill>
            <a:srgbClr val="FF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5000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02  Connect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80944"/>
            <a:ext cx="28346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Provide a GitHub username and optionally upload a resume.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3383280" cy="329184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86584"/>
            <a:ext cx="64008" cy="411480"/>
          </a:xfrm>
          <a:prstGeom prst="rect">
            <a:avLst/>
          </a:prstGeom>
          <a:solidFill>
            <a:srgbClr val="52D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35000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03  Get your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80944"/>
            <a:ext cx="28346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See prioritized skill gaps and a 14-day portfolio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Evidence, not guesswork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Every recommendation traces back to job requirements and public repository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212080" cy="342900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6D8E6"/>
                </a:solidFill>
                <a:latin typeface="Aptos"/>
              </a:defRPr>
            </a:pPr>
            <a:r>
              <a:t>MARKET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5720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F5F8FF"/>
                </a:solidFill>
                <a:latin typeface="Aptos"/>
              </a:defRPr>
            </a:pPr>
            <a:r>
              <a:t>24 recent Data Engineer postings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85032"/>
            <a:ext cx="448056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A6B5D1"/>
                </a:solidFill>
                <a:latin typeface="Aptos"/>
              </a:defRPr>
            </a:pPr>
            <a:r>
              <a:t>Python  •  SQL  •  Docker  •  Airflow</a:t>
            </a:r>
          </a:p>
          <a:p>
            <a:pPr>
              <a:spcAft>
                <a:spcPts val="1200"/>
              </a:spcAft>
              <a:defRPr sz="1800" b="0">
                <a:solidFill>
                  <a:srgbClr val="A6B5D1"/>
                </a:solidFill>
                <a:latin typeface="Aptos"/>
              </a:defRPr>
            </a:pPr>
            <a:r>
              <a:t>Requirements ranked by posting frequency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303520" cy="342900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331720"/>
            <a:ext cx="3657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9D41"/>
                </a:solidFill>
                <a:latin typeface="Aptos"/>
              </a:defRPr>
            </a:pPr>
            <a:r>
              <a:t>GITHUB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880360"/>
            <a:ext cx="45720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5F8FF"/>
                </a:solidFill>
                <a:latin typeface="Aptos"/>
              </a:defRPr>
            </a:pPr>
            <a:r>
              <a:t>Repositories + READMEs + manifests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3685032"/>
            <a:ext cx="45720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A6B5D1"/>
                </a:solidFill>
                <a:latin typeface="Aptos"/>
              </a:defRPr>
            </a:pPr>
            <a:r>
              <a:t>Evidence found: Python, SQL</a:t>
            </a:r>
          </a:p>
          <a:p>
            <a:pPr>
              <a:spcAft>
                <a:spcPts val="1200"/>
              </a:spcAft>
              <a:defRPr sz="1800" b="0">
                <a:solidFill>
                  <a:srgbClr val="A6B5D1"/>
                </a:solidFill>
                <a:latin typeface="Aptos"/>
              </a:defRPr>
            </a:pPr>
            <a:r>
              <a:t>Not demonstrated: Docker, Airflow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06440"/>
            <a:ext cx="8229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6B5D1"/>
                </a:solidFill>
                <a:latin typeface="Aptos"/>
              </a:defRPr>
            </a:pPr>
            <a:r>
              <a:t>Illustrative example; not a live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A 14-day plan that produces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Instead of “learn Docker,” MarketFit proposes a project with measurable milestones.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9601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F5F8FF"/>
                </a:solidFill>
                <a:latin typeface="Aptos"/>
              </a:defRPr>
            </a:pPr>
            <a:r>
              <a:t>PROJECT  →  Build a cloud ETL pipeline with Python, Docker, S3 and Airflow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37560"/>
            <a:ext cx="3401568" cy="23317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575304"/>
            <a:ext cx="64008" cy="41148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538728"/>
            <a:ext cx="2807208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DAYS 1–4 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9663"/>
            <a:ext cx="2852928" cy="14173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Set up data ingestion and local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37560"/>
            <a:ext cx="3401568" cy="23317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3575304"/>
            <a:ext cx="64008" cy="411480"/>
          </a:xfrm>
          <a:prstGeom prst="rect">
            <a:avLst/>
          </a:prstGeom>
          <a:solidFill>
            <a:srgbClr val="FF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3538728"/>
            <a:ext cx="2807208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DAYS 5–9 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69663"/>
            <a:ext cx="2852928" cy="14173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Containerize and orchestrate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337560"/>
            <a:ext cx="3401568" cy="233172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3575304"/>
            <a:ext cx="64008" cy="411480"/>
          </a:xfrm>
          <a:prstGeom prst="rect">
            <a:avLst/>
          </a:prstGeom>
          <a:solidFill>
            <a:srgbClr val="52D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3538728"/>
            <a:ext cx="2807208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DAYS 10–14  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169663"/>
            <a:ext cx="2852928" cy="14173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Deploy, test, document and publish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Built with Kiro +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A focused architecture for a working hackathon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383280" cy="320040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40863"/>
            <a:ext cx="64008" cy="41148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30428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INPUT &amp;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35224"/>
            <a:ext cx="283464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React frontend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GitHub REST API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Job API + labeled mock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83280" cy="320040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340863"/>
            <a:ext cx="64008" cy="411480"/>
          </a:xfrm>
          <a:prstGeom prst="rect">
            <a:avLst/>
          </a:prstGeom>
          <a:solidFill>
            <a:srgbClr val="FF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30428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AI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35224"/>
            <a:ext cx="283464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AWS Lambda orchestration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Amazon Bedrock analysis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Evidence-linked gap ranking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383280" cy="320040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40863"/>
            <a:ext cx="64008" cy="411480"/>
          </a:xfrm>
          <a:prstGeom prst="rect">
            <a:avLst/>
          </a:prstGeom>
          <a:solidFill>
            <a:srgbClr val="52D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304288"/>
            <a:ext cx="2788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5F8FF"/>
                </a:solidFill>
                <a:latin typeface="Aptos"/>
              </a:defRPr>
            </a:pPr>
            <a:r>
              <a:t>ACTION &amp;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35224"/>
            <a:ext cx="283464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14-day project roadmap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Amazon DynamoDB (optional)</a:t>
            </a:r>
          </a:p>
          <a:p>
            <a:pPr>
              <a:spcAft>
                <a:spcPts val="1200"/>
              </a:spcAft>
              <a:defRPr sz="1500" b="0">
                <a:solidFill>
                  <a:srgbClr val="A6B5D1"/>
                </a:solidFill>
                <a:latin typeface="Aptos"/>
              </a:defRPr>
            </a:pPr>
            <a:r>
              <a:t>Kiro Hooks for local progress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33872"/>
            <a:ext cx="10607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6B5D1"/>
                </a:solidFill>
                <a:latin typeface="Aptos"/>
              </a:defRPr>
            </a:pPr>
            <a:r>
              <a:t>Demo safety: mock data labeled • no unsupported hiring predictions • Kiro Hooks ≠ GitHub push webhooks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6D8E6"/>
                </a:solidFill>
                <a:latin typeface="Aptos"/>
              </a:defRPr>
            </a:pPr>
            <a:r>
              <a:t>MARKETFIT  /  AWS YOUTHTECH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MarketFit: stop guessing. Start 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6B5D1"/>
                </a:solidFill>
                <a:latin typeface="Aptos"/>
              </a:defRPr>
            </a:pPr>
            <a:r>
              <a:t>A personalized bridge between today’s skills and today’s job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55664"/>
            <a:ext cx="9144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6B5D1"/>
                </a:solidFill>
                <a:latin typeface="Aptos"/>
              </a:defRPr>
            </a:pPr>
            <a:r>
              <a:t>07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10698480" cy="2011680"/>
          </a:xfrm>
          <a:prstGeom prst="roundRect">
            <a:avLst/>
          </a:prstGeom>
          <a:solidFill>
            <a:srgbClr val="19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15184"/>
            <a:ext cx="978408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F5F8FF"/>
                </a:solidFill>
                <a:latin typeface="Aptos"/>
              </a:defRPr>
            </a:pPr>
            <a:r>
              <a:t>REAL JOB SIGNALS  +  VERIFIED PROJECT EVIDENCE  +  ONE BUILDABLE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6D8E6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F5F8FF"/>
                </a:solidFill>
                <a:latin typeface="Aptos"/>
              </a:defRPr>
            </a:pPr>
            <a:r>
              <a:t>Target role → GitHub profile → Skill gaps → 14-day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